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72" r:id="rId3"/>
    <p:sldId id="273" r:id="rId4"/>
    <p:sldId id="270" r:id="rId5"/>
    <p:sldId id="265" r:id="rId6"/>
    <p:sldId id="274" r:id="rId7"/>
    <p:sldId id="271" r:id="rId8"/>
    <p:sldId id="275" r:id="rId9"/>
    <p:sldId id="267" r:id="rId10"/>
    <p:sldId id="27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3E42E-51F1-4DBE-B2EC-D0DDAFED9AE8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0E4F7-2585-40FF-A88F-D768BCC0EE8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65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0E4F7-2585-40FF-A88F-D768BCC0EE82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717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8FF8-FFF1-C2E9-CEE3-777FDB4D9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5538A-D1E5-297F-41E2-D8A403625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62C83-34FD-D8EA-EDAE-4DE297B8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E56E-6C12-5CCD-4266-B2CA399B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AACE1-C21F-582E-4077-99D81E2A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4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9744-B68A-27C1-B5F6-5581C847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6885D-C22F-65A0-1D0C-24F58F85D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2F26-3C95-AF94-5A85-EA708C1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24934-897C-8828-69AD-94C8BA20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D3691-E1D5-61A2-93CA-51A80775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19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9B2C-58EC-48FC-6E71-0F3D6507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D1176-E8B4-FC73-B53E-E14534AEB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56A9C-CA8A-51FD-C428-9D008B69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C93D3-A898-6861-54DE-3B9D3DFC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5CFA-A7F2-6EF4-4690-E1B9DAE0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21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AEF7-CC2C-83C1-5C50-6A3E8AB5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8A163-3356-FB5E-C2C3-5AD720369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67378-808D-1C63-8EB3-C3D5FDA59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0123B-DAC4-64EF-0535-001D9F8D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CD22F-BB5B-E1FD-1FD1-9FD0785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1B12-5A6A-098C-4BE2-A2F9DB36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19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7F48-5521-F6A9-78E1-E13DA816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0EF7F-AD98-F1A4-6B63-9ABD70A3D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A73E0-271B-01C7-AF58-527601C17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A423A-EC76-3EF6-C6B3-859FF99FC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BACF8-5114-50E6-C9F4-5A4964DE9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C2EE26-2E05-DB4E-4B9C-51C7407D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8D3E2-A9B2-7F8B-62B0-775B3FCD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C6355-13B0-EE64-9F9D-E90CD66B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69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0842-604C-440C-405F-6DA930CC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8F745-8A06-F2D2-F1B1-C8556010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724F6-BDB7-0BA6-256F-EB01455D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0A7A7-C2DC-4C9E-CFF8-B6FD453B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44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ECDB6-0170-0738-3C41-AEA9C348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86938-B3C5-F610-F5FF-664CD858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CAFD3-B943-1827-4B7A-97D482E7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80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7353-C08C-8808-2A4C-1AD90408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672B-34B3-672B-306A-83D7F79F1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C5EF9-B716-B4A7-4408-45E3A81C1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2A6EB-DC69-76FC-0E52-DCE6959C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A9DC3-C52E-BE5B-2E7F-66A74321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C6BDF-E654-214E-29C7-5CB23DE2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0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2A51-656D-B339-1838-AB54ED21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67511-5A38-99C3-1F7C-D36BCE104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5B092-E4DD-B9A1-2A6B-55FDABF0E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7B2F9-F1F8-E7CA-8FC0-92868085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32A04-49A3-4A50-A978-285352FA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C6FC7-EAD7-7C3D-7660-3B7933C0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3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177B-E113-5E66-DFB9-D91E0A48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02162-793F-2216-7BE8-B5179DCD2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6A5B3-A35C-7C68-3002-F0489B08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0CF39-3981-BBF9-97AF-AD6A0F68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77A1-9A7C-E4A6-F5BA-D8279D76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03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A5D8A-CCAF-1915-9934-F7760F732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7414A-D114-C09E-FA99-5614C442F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B9CEC-7027-DA2B-E015-4E6B679C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13F9D-11FE-86C5-5645-3F122DF5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62054-3E9E-F4DB-30D3-B6E27F5C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50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72B15-AEEC-3721-0FD7-7C5C6015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24AB-2FD6-79D7-511C-D5425B6AF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0224C-0E01-0CD9-49A9-ECD904E6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D6AE2-B60A-42A8-AF86-E9CF849DA6F2}" type="datetimeFigureOut">
              <a:rPr lang="en-IN" smtClean="0"/>
              <a:t>04-04-2025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F68AD-B97D-58D9-12FB-4FDF99785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662D2-D72C-3EB7-86B5-E7C1EED13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B5040-45A3-4963-972D-0852B160A2F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77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0D930-7022-4B74-1A89-77D07B4DC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556"/>
            <a:ext cx="12192000" cy="53814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E6B094-EE22-A621-D25B-C90A85765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43"/>
            <a:ext cx="2052320" cy="1476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63A392-9E49-3081-5759-DA11B70E9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705" y="171443"/>
            <a:ext cx="1357375" cy="1476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740EC-ADC6-AF53-08C1-9B81BCCAB469}"/>
              </a:ext>
            </a:extLst>
          </p:cNvPr>
          <p:cNvSpPr txBox="1"/>
          <p:nvPr/>
        </p:nvSpPr>
        <p:spPr>
          <a:xfrm>
            <a:off x="2164080" y="448056"/>
            <a:ext cx="7863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GIRIJANANDA CHOWDHURY INSTITUTE OF MANAGEMENT AND TECHNOLOGY, AZARA, GUWAHATI</a:t>
            </a:r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02E19-A53E-3485-3C32-B590C4583013}"/>
              </a:ext>
            </a:extLst>
          </p:cNvPr>
          <p:cNvSpPr txBox="1"/>
          <p:nvPr/>
        </p:nvSpPr>
        <p:spPr>
          <a:xfrm>
            <a:off x="3229356" y="2572456"/>
            <a:ext cx="573328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MINI-PROJECT PRESENTATION 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“WEB APPLICATION FOR TRAVELLING”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06604-B5CA-A641-E1F8-CF1325A1311B}"/>
              </a:ext>
            </a:extLst>
          </p:cNvPr>
          <p:cNvSpPr txBox="1"/>
          <p:nvPr/>
        </p:nvSpPr>
        <p:spPr>
          <a:xfrm>
            <a:off x="692913" y="4763339"/>
            <a:ext cx="456285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Iproena Baruah (220310007020)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Supreeti Phukan (220310007052)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Tapan Talukdar (220310007055)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921F3-C701-E071-4F1B-9806E69187D4}"/>
              </a:ext>
            </a:extLst>
          </p:cNvPr>
          <p:cNvSpPr txBox="1"/>
          <p:nvPr/>
        </p:nvSpPr>
        <p:spPr>
          <a:xfrm>
            <a:off x="8430768" y="4763339"/>
            <a:ext cx="363931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Mala Ahmed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Professor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9990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2786A9-698F-C93B-AABE-EC11EEEB9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B44A13-EEC3-2E9F-B2CF-14A8EA85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8C593-CBEC-ABED-9780-102722E3D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53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A2905B-C383-C774-AB75-E46915897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86B689BC-4156-D8F4-FA2B-0806DE29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C6420-394E-BD6E-FAF3-34DEE7669D8D}"/>
              </a:ext>
            </a:extLst>
          </p:cNvPr>
          <p:cNvSpPr txBox="1"/>
          <p:nvPr/>
        </p:nvSpPr>
        <p:spPr>
          <a:xfrm>
            <a:off x="1060704" y="2055813"/>
            <a:ext cx="102930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comprehensive, visually captivating, and user-friendly website (TripNE) that effectively promotes tourism in Northeast India by showcasing its diverse destinations, culture, and unique travel opportunities, thereby inspiring potential visitors and simplifying their initial exploration process.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6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2EA7-EF70-C63F-8019-AFAA2DD5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52EF0-11A4-EE38-0118-9602D230C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49C7F1-302B-D1D5-957F-76A076077F4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7D9AF-F11D-62DD-2097-D5DE82B341A2}"/>
              </a:ext>
            </a:extLst>
          </p:cNvPr>
          <p:cNvSpPr txBox="1"/>
          <p:nvPr/>
        </p:nvSpPr>
        <p:spPr>
          <a:xfrm>
            <a:off x="3009900" y="301573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9FCD5FE-6C2C-CE0F-D6BC-9710CCBD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1FB838-50DB-B3AA-9AFD-CF2DB005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Interface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Seamless Travel Booking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Customer Support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User Reviews and Blogs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an Interactive Map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78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83EB3E-AE7E-AFB3-9EE6-7FBE7D68B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1E186-0BAF-8067-E85E-1EA535AD06D8}"/>
              </a:ext>
            </a:extLst>
          </p:cNvPr>
          <p:cNvSpPr txBox="1"/>
          <p:nvPr/>
        </p:nvSpPr>
        <p:spPr>
          <a:xfrm>
            <a:off x="4224335" y="600045"/>
            <a:ext cx="3743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E86F9-9CDE-1AAB-3AC9-4B877A7B8B3A}"/>
              </a:ext>
            </a:extLst>
          </p:cNvPr>
          <p:cNvSpPr txBox="1"/>
          <p:nvPr/>
        </p:nvSpPr>
        <p:spPr>
          <a:xfrm>
            <a:off x="475489" y="1164134"/>
            <a:ext cx="109878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>
              <a:latin typeface="Aptos Narrow" panose="020B0004020202020204" pitchFamily="34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TRIPNE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gateway to exploring the hidden gems of Northeast India with seamless travel booking. It is a web-based travel application designed to simplify travel planning across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Northeast India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platform offers a range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 packages, detailed destination insights, and customer blogs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make informed travel decisions. To enhance accessibility, the website includes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options via phone, email, and Instagram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map for easy location tracking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Additionally,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chatbot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available to assist users with queries at no cost.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registration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a personalized experience, allowing users to manage their bookings efficiently. With TRIPNE, travelers can seamlessly explore and book their journeys with ease.</a:t>
            </a:r>
          </a:p>
        </p:txBody>
      </p:sp>
    </p:spTree>
    <p:extLst>
      <p:ext uri="{BB962C8B-B14F-4D97-AF65-F5344CB8AC3E}">
        <p14:creationId xmlns:p14="http://schemas.microsoft.com/office/powerpoint/2010/main" val="385044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D8FDD-8A9E-246F-0F9F-DC269D4CD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5DC2E85-30D5-90EC-D883-17F1DD944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82175F-6398-86F9-A042-E5A64ED55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Dedicated Travel Platform for Northeast India.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and Unorganized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Travel Planning and Bookings.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Tourism in Northeast India.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Efficient Travel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Reliable Customer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User Convenience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26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3F79-B389-1644-9892-3D292D40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01CB-E2D6-3571-6A38-4550EF2A9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BE156A-4217-EB4A-7C5A-168DC149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001005"/>
              </p:ext>
            </p:extLst>
          </p:nvPr>
        </p:nvGraphicFramePr>
        <p:xfrm>
          <a:off x="0" y="1416029"/>
          <a:ext cx="12192000" cy="61460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29908">
                  <a:extLst>
                    <a:ext uri="{9D8B030D-6E8A-4147-A177-3AD203B41FA5}">
                      <a16:colId xmlns:a16="http://schemas.microsoft.com/office/drawing/2014/main" val="2321858709"/>
                    </a:ext>
                  </a:extLst>
                </a:gridCol>
                <a:gridCol w="3087364">
                  <a:extLst>
                    <a:ext uri="{9D8B030D-6E8A-4147-A177-3AD203B41FA5}">
                      <a16:colId xmlns:a16="http://schemas.microsoft.com/office/drawing/2014/main" val="2313275360"/>
                    </a:ext>
                  </a:extLst>
                </a:gridCol>
                <a:gridCol w="3087364">
                  <a:extLst>
                    <a:ext uri="{9D8B030D-6E8A-4147-A177-3AD203B41FA5}">
                      <a16:colId xmlns:a16="http://schemas.microsoft.com/office/drawing/2014/main" val="2186059006"/>
                    </a:ext>
                  </a:extLst>
                </a:gridCol>
                <a:gridCol w="3087364">
                  <a:extLst>
                    <a:ext uri="{9D8B030D-6E8A-4147-A177-3AD203B41FA5}">
                      <a16:colId xmlns:a16="http://schemas.microsoft.com/office/drawing/2014/main" val="2558978080"/>
                    </a:ext>
                  </a:extLst>
                </a:gridCol>
              </a:tblGrid>
              <a:tr h="108751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321555"/>
                  </a:ext>
                </a:extLst>
              </a:tr>
              <a:tr h="1172345"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Jacob Lalnunthleng Pulamte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et. Al. 2025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Recommendations for Improvement in several areas, Insights for Tourism Boards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Lack of User Feedback, Parameter Selection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User Experience Research, Incorporation of Emerging Technologies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851220"/>
                  </a:ext>
                </a:extLst>
              </a:tr>
              <a:tr h="876956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Pankaj Silot et. Al. 2025 [2]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and Performance, Unified Travel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 Complexity, Real-time Support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Application Development, User Feedback 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167118"/>
                  </a:ext>
                </a:extLst>
              </a:tr>
              <a:tr h="11255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Miss. Samiksha Mange et. Al. 2024 [3]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Management System, Technological Stack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Dependence on Technology, Data Privacy Concerns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Expansion of Services, User Feedback Mechanism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56486"/>
                  </a:ext>
                </a:extLst>
              </a:tr>
              <a:tr h="1216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G. Sai Pooja et. Al. 2022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User Data Protection, Successful Testing and Performance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Scope of Features, Dependence on Internet Connectivity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Expanding Travel Packages, 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Incorporating User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254839"/>
                  </a:ext>
                </a:extLst>
              </a:tr>
              <a:tr h="63006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3042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2E4747D-8F94-5387-FB9B-E5D09309EA7D}"/>
              </a:ext>
            </a:extLst>
          </p:cNvPr>
          <p:cNvSpPr txBox="1"/>
          <p:nvPr/>
        </p:nvSpPr>
        <p:spPr>
          <a:xfrm>
            <a:off x="3090672" y="267226"/>
            <a:ext cx="5047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08183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1A09D5-13DD-FBD6-A6F5-DC41715CF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11D77F5-A559-A585-9504-4E7919B9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D9A9D-BBC5-4425-164E-D25E5A3B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user needs and gaps in existing travel platforms.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using Figma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an intuitive and visually appealing layout.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using HTML, CSS, and JavaScript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responsiveness and interactivity.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key features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Home, Destinations, Packages, Blogs, Why Choose Us, Contact Us, and Login/Signup pages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maps for navigation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chatbot for assistance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of cost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2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2219-4887-656D-C11D-232813A6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ECF49-5823-7B14-0DCF-B784EE553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AC990D-7908-22C5-45ED-EE86B965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88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BCB6B6-DBE0-B9C7-0700-A7D39AA63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220491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backend for storing data of user (e.g: Booking data)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package maker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more packages and destinations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Gateway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User Dashboard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in/sign up using mysql and php.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API issues to ensure smooth functionality and optimize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42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F2A9C8-B483-94CC-B411-EF3DC02E1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93B768C-5E1D-836E-2517-45BD51D5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47B96C-AFC4-A35A-6EC7-F9D5993EE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Pulamte, Jacob Lalnunthleng, and Rajesh Ramasamy. "A Comparative Study of State Tourism Websites with Special Reference to North Eastern States of India." (2024).</a:t>
            </a:r>
          </a:p>
          <a:p>
            <a:pPr marL="0" indent="0">
              <a:buNone/>
            </a:pPr>
            <a:r>
              <a:rPr lang="en-US" dirty="0">
                <a:solidFill>
                  <a:srgbClr val="2E4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Silot, P. A One Stop Solution Focusing on Tourism. INTERANTIONAL J. Sci. Res. Eng. Manag. 2025, 09, 1–9, https://doi.org/10.55041/ijsrem40793.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2E4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Mange, M. Samiksha. “TRANSFORMING THE WAY TRAVELERS EXPLORE: A PHP-DRIVEN TOURS AND TRAVELS PLATFORM.” Gurukul International Multidisciplinary Research Journal (2024): n. pag.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2E41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b="0" i="0" dirty="0">
                <a:solidFill>
                  <a:srgbClr val="2E4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Pooja, G. Sai et al. “Tour and Travel Application.”</a:t>
            </a:r>
            <a:r>
              <a:rPr lang="en-US" b="0" dirty="0">
                <a:solidFill>
                  <a:srgbClr val="2E4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International Journal for Research in Applied Science and Engineering Technology </a:t>
            </a:r>
            <a:r>
              <a:rPr lang="en-US" b="0" i="0" dirty="0">
                <a:solidFill>
                  <a:srgbClr val="2E414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(2022): n. pag.</a:t>
            </a:r>
          </a:p>
        </p:txBody>
      </p:sp>
    </p:spTree>
    <p:extLst>
      <p:ext uri="{BB962C8B-B14F-4D97-AF65-F5344CB8AC3E}">
        <p14:creationId xmlns:p14="http://schemas.microsoft.com/office/powerpoint/2010/main" val="192460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D459-9AF2-7230-1C6A-ECA5731C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23DD8-74CA-08C8-BBAF-F023C33E5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728965-17DB-BDD2-17D8-CBE93A706537}"/>
              </a:ext>
            </a:extLst>
          </p:cNvPr>
          <p:cNvSpPr txBox="1"/>
          <p:nvPr/>
        </p:nvSpPr>
        <p:spPr>
          <a:xfrm>
            <a:off x="2362200" y="3013501"/>
            <a:ext cx="74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2472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750</Words>
  <Application>Microsoft Office PowerPoint</Application>
  <PresentationFormat>Widescreen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Narrow</vt:lpstr>
      <vt:lpstr>Arial</vt:lpstr>
      <vt:lpstr>Calibri</vt:lpstr>
      <vt:lpstr>Calibri Light</vt:lpstr>
      <vt:lpstr>Times New Roman</vt:lpstr>
      <vt:lpstr>Office Theme</vt:lpstr>
      <vt:lpstr>PowerPoint Presentation</vt:lpstr>
      <vt:lpstr>CONTENT</vt:lpstr>
      <vt:lpstr>AIM</vt:lpstr>
      <vt:lpstr>OBJECTIVES</vt:lpstr>
      <vt:lpstr>PowerPoint Presentation</vt:lpstr>
      <vt:lpstr>NEED</vt:lpstr>
      <vt:lpstr>PowerPoint Presentation</vt:lpstr>
      <vt:lpstr>METHODOLOGY</vt:lpstr>
      <vt:lpstr>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iproena@outlook.com</dc:creator>
  <cp:lastModifiedBy>iproena@outlook.com</cp:lastModifiedBy>
  <cp:revision>10</cp:revision>
  <dcterms:created xsi:type="dcterms:W3CDTF">2025-04-02T17:05:30Z</dcterms:created>
  <dcterms:modified xsi:type="dcterms:W3CDTF">2025-04-04T04:03:33Z</dcterms:modified>
</cp:coreProperties>
</file>